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3954780" cy="2570480"/>
          </a:xfrm>
        </p:spPr>
        <p:txBody>
          <a:bodyPr>
            <a:normAutofit/>
          </a:bodyPr>
          <a:p>
            <a:r>
              <a:rPr lang="en-US" altLang="zh-CN" sz="3110"/>
              <a:t>A Minimal Over-Collateralized Stablecoin Protocol</a:t>
            </a:r>
            <a:endParaRPr lang="zh-CN" altLang="zh-CN" sz="3110"/>
          </a:p>
        </p:txBody>
      </p:sp>
      <p:sp>
        <p:nvSpPr>
          <p:cNvPr id="4" name="文本框 3"/>
          <p:cNvSpPr txBox="1"/>
          <p:nvPr/>
        </p:nvSpPr>
        <p:spPr>
          <a:xfrm>
            <a:off x="6250305" y="1403350"/>
            <a:ext cx="4064000" cy="405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ETH-collateralized vault + STB mint/repay/withdraw</a:t>
            </a:r>
            <a:endParaRPr lang="en-US" altLang="zh-CN"/>
          </a:p>
          <a:p>
            <a:pPr indent="457200"/>
            <a:r>
              <a:rPr lang="en-US" altLang="zh-CN"/>
              <a:t>Oracle validation (Chainlink spot + TWAP + breaker)</a:t>
            </a:r>
            <a:endParaRPr lang="en-US" altLang="zh-CN"/>
          </a:p>
          <a:p>
            <a:pPr indent="457200"/>
            <a:r>
              <a:rPr lang="en-US" altLang="zh-CN"/>
              <a:t>Keeper-based liquidation + bad debt accounting</a:t>
            </a:r>
            <a:endParaRPr lang="en-US" altLang="zh-CN"/>
          </a:p>
          <a:p>
            <a:pPr indent="457200"/>
            <a:r>
              <a:rPr lang="en-US" altLang="zh-CN"/>
              <a:t>Full stack: Contracts + Backend indexer/API + Frontend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Yanqi </a:t>
            </a:r>
            <a:r>
              <a:rPr lang="en-US" altLang="zh-CN"/>
              <a:t>Yang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496050" y="351790"/>
            <a:ext cx="5081270" cy="3355340"/>
          </a:xfrm>
        </p:spPr>
        <p:txBody>
          <a:bodyPr/>
          <a:p>
            <a:r>
              <a:rPr lang="en-US" altLang="zh-CN" b="1"/>
              <a:t> StableVault</a:t>
            </a:r>
            <a:r>
              <a:rPr lang="en-US" altLang="zh-CN"/>
              <a:t>: core vault logic, risk checks, liquidation, bad debt</a:t>
            </a:r>
            <a:endParaRPr lang="en-US" altLang="zh-CN"/>
          </a:p>
          <a:p>
            <a:r>
              <a:rPr lang="en-US" altLang="zh-CN"/>
              <a:t> </a:t>
            </a:r>
            <a:r>
              <a:rPr lang="en-US" altLang="zh-CN" b="1"/>
              <a:t>STBToken</a:t>
            </a:r>
            <a:r>
              <a:rPr lang="en-US" altLang="zh-CN"/>
              <a:t>: vault-authorized mint/burn token</a:t>
            </a:r>
            <a:endParaRPr lang="en-US" altLang="zh-CN"/>
          </a:p>
          <a:p>
            <a:r>
              <a:rPr lang="en-US" altLang="zh-CN" b="1"/>
              <a:t> OracleHub</a:t>
            </a:r>
            <a:r>
              <a:rPr lang="en-US" altLang="zh-CN"/>
              <a:t>: spot+TWAP validation and breaker</a:t>
            </a:r>
            <a:endParaRPr lang="en-US" altLang="zh-CN"/>
          </a:p>
          <a:p>
            <a:r>
              <a:rPr lang="en-US" altLang="zh-CN" b="1"/>
              <a:t>TwapOracle</a:t>
            </a:r>
            <a:r>
              <a:rPr lang="en-US" altLang="zh-CN"/>
              <a:t>: publisher-updated TWAP feed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453505" y="4025265"/>
            <a:ext cx="5393690" cy="2476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TRADE OFF: </a:t>
            </a:r>
            <a:endParaRPr lang="en-US" altLang="zh-CN" b="1"/>
          </a:p>
          <a:p>
            <a:r>
              <a:rPr lang="en-US" altLang="zh-CN"/>
              <a:t> Prioritized clarity/safety over maximal feature scope</a:t>
            </a:r>
            <a:endParaRPr lang="en-US" altLang="zh-CN"/>
          </a:p>
          <a:p>
            <a:r>
              <a:rPr lang="en-US" altLang="zh-CN"/>
              <a:t> Added demo mode for deterministic liquidation demos</a:t>
            </a:r>
            <a:endParaRPr lang="en-US" altLang="zh-CN"/>
          </a:p>
          <a:p>
            <a:r>
              <a:rPr lang="en-US" altLang="zh-CN"/>
              <a:t>  Keeper automation in backend for operational simplicity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" y="738505"/>
            <a:ext cx="4984115" cy="49841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33730" y="672465"/>
            <a:ext cx="10192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CHALLENGE SOLVED</a:t>
            </a:r>
            <a:r>
              <a:rPr lang="zh-CN" altLang="en-US"/>
              <a:t>：</a:t>
            </a:r>
            <a:r>
              <a:rPr lang="en-US" altLang="zh-CN"/>
              <a:t>  </a:t>
            </a:r>
            <a:endParaRPr lang="en-US" altLang="zh-CN"/>
          </a:p>
          <a:p>
            <a:pPr algn="ctr"/>
            <a:r>
              <a:rPr lang="en-US" altLang="zh-CN"/>
              <a:t>Prevent unsafe operations during unreliable oracle conditions.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70560" y="1489075"/>
            <a:ext cx="45840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 Implementation highlights</a:t>
            </a:r>
            <a:endParaRPr lang="en-US" altLang="zh-CN" b="1"/>
          </a:p>
          <a:p>
            <a:r>
              <a:rPr lang="en-US" altLang="zh-CN"/>
              <a:t> OracleHub.getPriceStatus()</a:t>
            </a:r>
            <a:r>
              <a:rPr lang="zh-CN" altLang="en-US"/>
              <a:t>：</a:t>
            </a:r>
            <a:r>
              <a:rPr lang="en-US" altLang="zh-CN"/>
              <a:t> checks staleness + deviation.</a:t>
            </a:r>
            <a:endParaRPr lang="en-US" altLang="zh-CN"/>
          </a:p>
          <a:p>
            <a:r>
              <a:rPr lang="en-US" altLang="zh-CN"/>
              <a:t>  StableVault</a:t>
            </a:r>
            <a:r>
              <a:rPr lang="zh-CN" altLang="en-US"/>
              <a:t>：</a:t>
            </a:r>
            <a:r>
              <a:rPr lang="en-US" altLang="zh-CN"/>
              <a:t>blocks risky actions when breaker triggers.</a:t>
            </a:r>
            <a:endParaRPr lang="en-US" altLang="zh-CN"/>
          </a:p>
          <a:p>
            <a:r>
              <a:rPr lang="en-US" altLang="zh-CN"/>
              <a:t>  nonReentran</a:t>
            </a:r>
            <a:r>
              <a:rPr lang="en-US" altLang="zh-CN"/>
              <a:t>t+ CEI ordering for sensitive functions.</a:t>
            </a:r>
            <a:endParaRPr lang="en-US" altLang="zh-CN"/>
          </a:p>
          <a:p>
            <a:r>
              <a:rPr lang="en-US" altLang="zh-CN"/>
              <a:t>  Pause switch for critical operation control.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096000" y="1724025"/>
            <a:ext cx="48050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canRiskActionProceed()</a:t>
            </a:r>
            <a:r>
              <a:rPr lang="zh-CN" altLang="en-US"/>
              <a:t>：</a:t>
            </a:r>
            <a:r>
              <a:rPr lang="en-US" altLang="zh-CN"/>
              <a:t> check before mint/withdraw/liquidate</a:t>
            </a:r>
            <a:endParaRPr lang="en-US" altLang="zh-CN"/>
          </a:p>
          <a:p>
            <a:r>
              <a:rPr lang="en-US" altLang="zh-CN"/>
              <a:t>nonReentrant</a:t>
            </a:r>
            <a:r>
              <a:rPr lang="zh-CN" altLang="en-US"/>
              <a:t>：</a:t>
            </a:r>
            <a:r>
              <a:rPr lang="en-US" altLang="zh-CN"/>
              <a:t> on mutation paths</a:t>
            </a:r>
            <a:endParaRPr lang="en-US" altLang="zh-CN"/>
          </a:p>
          <a:p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Gas tests + Slither analysis integrated into workflow.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RESULT AND LEARNING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3169920" cy="4759325"/>
          </a:xfrm>
        </p:spPr>
        <p:txBody>
          <a:bodyPr/>
          <a:p>
            <a:pPr marL="0" indent="0" algn="ctr">
              <a:buNone/>
            </a:pPr>
            <a:r>
              <a:rPr lang="en-US" altLang="zh-CN" b="1"/>
              <a:t>What worked well</a:t>
            </a:r>
            <a:endParaRPr lang="en-US" altLang="zh-CN"/>
          </a:p>
          <a:p>
            <a:r>
              <a:rPr lang="en-US" altLang="zh-CN"/>
              <a:t> End-to-end flow works across contracts/backend/frontend.</a:t>
            </a:r>
            <a:endParaRPr lang="en-US" altLang="zh-CN"/>
          </a:p>
          <a:p>
            <a:r>
              <a:rPr lang="en-US" altLang="zh-CN"/>
              <a:t>Automated tests: contract + frontend coverage workflow.</a:t>
            </a:r>
            <a:endParaRPr lang="en-US" altLang="zh-CN"/>
          </a:p>
          <a:p>
            <a:r>
              <a:rPr lang="en-US" altLang="zh-CN"/>
              <a:t>Clear demo path for liquidation and bad debt behavior.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105910" y="1490345"/>
            <a:ext cx="334327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What we would improve</a:t>
            </a:r>
            <a:endParaRPr lang="en-US" altLang="zh-CN" b="1"/>
          </a:p>
          <a:p>
            <a:pPr algn="ctr"/>
            <a:r>
              <a:rPr lang="en-US" altLang="zh-CN"/>
              <a:t> Higher branch coverage, especially frontend edge paths.</a:t>
            </a:r>
            <a:endParaRPr lang="en-US" altLang="zh-CN"/>
          </a:p>
          <a:p>
            <a:pPr algn="ctr"/>
            <a:r>
              <a:rPr lang="en-US" altLang="zh-CN"/>
              <a:t>More automation for env/address propagation after deploy.</a:t>
            </a:r>
            <a:endParaRPr lang="en-US" altLang="zh-CN"/>
          </a:p>
          <a:p>
            <a:pPr algn="ctr"/>
            <a:r>
              <a:rPr lang="en-US" altLang="zh-CN"/>
              <a:t>Stronger observability and multi-keeper robustness.</a:t>
            </a:r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030845" y="1617345"/>
            <a:ext cx="334327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b="1"/>
              <a:t>Key learnings</a:t>
            </a:r>
            <a:endParaRPr lang="en-US" altLang="zh-CN"/>
          </a:p>
          <a:p>
            <a:pPr algn="ctr"/>
            <a:r>
              <a:rPr lang="en-US" altLang="zh-CN"/>
              <a:t>  Risk controls must be testable, not just implemented.</a:t>
            </a:r>
            <a:endParaRPr lang="en-US" altLang="zh-CN"/>
          </a:p>
          <a:p>
            <a:pPr algn="ctr"/>
            <a:r>
              <a:rPr lang="en-US" altLang="zh-CN"/>
              <a:t>Full-stack protocol demos require tight env consistency.</a:t>
            </a:r>
            <a:endParaRPr lang="en-US" altLang="zh-CN"/>
          </a:p>
          <a:p>
            <a:pPr algn="ctr"/>
            <a:r>
              <a:rPr lang="en-US" altLang="zh-CN"/>
              <a:t>Security tooling (tests + static analysis) should be continuous.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WPS 演示</Application>
  <PresentationFormat>宽屏</PresentationFormat>
  <Paragraphs>53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A Minimal Over-Collateralized Stablecoin Protocol</vt:lpstr>
      <vt:lpstr>PowerPoint 演示文稿</vt:lpstr>
      <vt:lpstr>PowerPoint 演示文稿</vt:lpstr>
      <vt:lpstr>RESULT AND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Yang-</cp:lastModifiedBy>
  <cp:revision>158</cp:revision>
  <dcterms:created xsi:type="dcterms:W3CDTF">2019-06-19T02:08:00Z</dcterms:created>
  <dcterms:modified xsi:type="dcterms:W3CDTF">2026-02-11T14:01:39Z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0BD5611D36E6443E96197D9BF0D258C3_11</vt:lpwstr>
  </property>
</Properties>
</file>